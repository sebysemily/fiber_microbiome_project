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A6F7E-8CDE-44AA-AD23-ABB4D5E25E40}" v="21" dt="2025-04-30T05:20:07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 Sebastian Calvas Gonzalez" userId="de5efa4b-8573-4006-b605-4aab02af08e3" providerId="ADAL" clId="{148A6F7E-8CDE-44AA-AD23-ABB4D5E25E40}"/>
    <pc:docChg chg="undo custSel addSld delSld modSld sldOrd">
      <pc:chgData name="Roger Sebastian Calvas Gonzalez" userId="de5efa4b-8573-4006-b605-4aab02af08e3" providerId="ADAL" clId="{148A6F7E-8CDE-44AA-AD23-ABB4D5E25E40}" dt="2025-04-30T06:24:00.615" v="1110" actId="27636"/>
      <pc:docMkLst>
        <pc:docMk/>
      </pc:docMkLst>
      <pc:sldChg chg="modSp mod">
        <pc:chgData name="Roger Sebastian Calvas Gonzalez" userId="de5efa4b-8573-4006-b605-4aab02af08e3" providerId="ADAL" clId="{148A6F7E-8CDE-44AA-AD23-ABB4D5E25E40}" dt="2025-04-30T04:59:07.436" v="899" actId="790"/>
        <pc:sldMkLst>
          <pc:docMk/>
          <pc:sldMk cId="2969275526" sldId="256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2969275526" sldId="256"/>
            <ac:spMk id="2" creationId="{F6AA7D6E-F596-BD9C-3582-4BA73422DB17}"/>
          </ac:spMkLst>
        </pc:spChg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2969275526" sldId="256"/>
            <ac:spMk id="16" creationId="{33E93247-6229-44AB-A550-739E971E690B}"/>
          </ac:spMkLst>
        </pc:spChg>
      </pc:sldChg>
      <pc:sldChg chg="modSp mod">
        <pc:chgData name="Roger Sebastian Calvas Gonzalez" userId="de5efa4b-8573-4006-b605-4aab02af08e3" providerId="ADAL" clId="{148A6F7E-8CDE-44AA-AD23-ABB4D5E25E40}" dt="2025-04-30T04:59:07.436" v="899" actId="790"/>
        <pc:sldMkLst>
          <pc:docMk/>
          <pc:sldMk cId="1142344203" sldId="257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1142344203" sldId="257"/>
            <ac:spMk id="2" creationId="{1CDF42EA-6936-6BB9-DC52-9FE602C20F89}"/>
          </ac:spMkLst>
        </pc:spChg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1142344203" sldId="257"/>
            <ac:spMk id="3" creationId="{44A95B11-AC83-9938-DE84-363B463DF19B}"/>
          </ac:spMkLst>
        </pc:spChg>
      </pc:sldChg>
      <pc:sldChg chg="modSp mod">
        <pc:chgData name="Roger Sebastian Calvas Gonzalez" userId="de5efa4b-8573-4006-b605-4aab02af08e3" providerId="ADAL" clId="{148A6F7E-8CDE-44AA-AD23-ABB4D5E25E40}" dt="2025-04-30T04:59:07.436" v="899" actId="790"/>
        <pc:sldMkLst>
          <pc:docMk/>
          <pc:sldMk cId="3618145293" sldId="259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3618145293" sldId="259"/>
            <ac:spMk id="3" creationId="{A940039E-8AD1-F51A-6839-232B7DC2B314}"/>
          </ac:spMkLst>
        </pc:spChg>
      </pc:sldChg>
      <pc:sldChg chg="modSp mod">
        <pc:chgData name="Roger Sebastian Calvas Gonzalez" userId="de5efa4b-8573-4006-b605-4aab02af08e3" providerId="ADAL" clId="{148A6F7E-8CDE-44AA-AD23-ABB4D5E25E40}" dt="2025-04-30T04:59:07.436" v="899" actId="790"/>
        <pc:sldMkLst>
          <pc:docMk/>
          <pc:sldMk cId="1184898478" sldId="260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1184898478" sldId="260"/>
            <ac:spMk id="2" creationId="{9DD8E795-E2DE-1F65-F461-A7CA4454D6F1}"/>
          </ac:spMkLst>
        </pc:spChg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1184898478" sldId="260"/>
            <ac:spMk id="3" creationId="{03E6E099-1E44-7E16-5CD6-95298153E88A}"/>
          </ac:spMkLst>
        </pc:spChg>
      </pc:sldChg>
      <pc:sldChg chg="modSp mod">
        <pc:chgData name="Roger Sebastian Calvas Gonzalez" userId="de5efa4b-8573-4006-b605-4aab02af08e3" providerId="ADAL" clId="{148A6F7E-8CDE-44AA-AD23-ABB4D5E25E40}" dt="2025-04-30T05:43:06.643" v="1101" actId="20577"/>
        <pc:sldMkLst>
          <pc:docMk/>
          <pc:sldMk cId="3856641169" sldId="261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3856641169" sldId="261"/>
            <ac:spMk id="2" creationId="{43AFD567-DBE7-7B60-98C9-8A7CF9D58688}"/>
          </ac:spMkLst>
        </pc:spChg>
        <pc:spChg chg="mod">
          <ac:chgData name="Roger Sebastian Calvas Gonzalez" userId="de5efa4b-8573-4006-b605-4aab02af08e3" providerId="ADAL" clId="{148A6F7E-8CDE-44AA-AD23-ABB4D5E25E40}" dt="2025-04-30T05:43:06.643" v="1101" actId="20577"/>
          <ac:spMkLst>
            <pc:docMk/>
            <pc:sldMk cId="3856641169" sldId="261"/>
            <ac:spMk id="3" creationId="{ED55B291-E748-03D2-EBA3-3AD27711EECC}"/>
          </ac:spMkLst>
        </pc:spChg>
      </pc:sldChg>
      <pc:sldChg chg="addSp delSp modSp mod">
        <pc:chgData name="Roger Sebastian Calvas Gonzalez" userId="de5efa4b-8573-4006-b605-4aab02af08e3" providerId="ADAL" clId="{148A6F7E-8CDE-44AA-AD23-ABB4D5E25E40}" dt="2025-04-30T05:21:05.451" v="1097" actId="20577"/>
        <pc:sldMkLst>
          <pc:docMk/>
          <pc:sldMk cId="3252017152" sldId="262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3252017152" sldId="262"/>
            <ac:spMk id="2" creationId="{5E3BAEFA-A9F9-1056-E69A-4418A36A48D1}"/>
          </ac:spMkLst>
        </pc:spChg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3252017152" sldId="262"/>
            <ac:spMk id="3" creationId="{F230568D-7F12-ED76-CF93-A65813386E49}"/>
          </ac:spMkLst>
        </pc:spChg>
        <pc:spChg chg="add 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3252017152" sldId="262"/>
            <ac:spMk id="4" creationId="{B9A9E73B-15CB-EFBD-19C1-1D9409EBC6B2}"/>
          </ac:spMkLst>
        </pc:spChg>
        <pc:spChg chg="add mod">
          <ac:chgData name="Roger Sebastian Calvas Gonzalez" userId="de5efa4b-8573-4006-b605-4aab02af08e3" providerId="ADAL" clId="{148A6F7E-8CDE-44AA-AD23-ABB4D5E25E40}" dt="2025-04-30T05:09:17.219" v="1015" actId="20577"/>
          <ac:spMkLst>
            <pc:docMk/>
            <pc:sldMk cId="3252017152" sldId="262"/>
            <ac:spMk id="5" creationId="{91BA45A9-4BF5-4269-661A-73B2244207F3}"/>
          </ac:spMkLst>
        </pc:spChg>
        <pc:graphicFrameChg chg="add del mod modGraphic">
          <ac:chgData name="Roger Sebastian Calvas Gonzalez" userId="de5efa4b-8573-4006-b605-4aab02af08e3" providerId="ADAL" clId="{148A6F7E-8CDE-44AA-AD23-ABB4D5E25E40}" dt="2025-04-30T05:16:59.239" v="1031" actId="478"/>
          <ac:graphicFrameMkLst>
            <pc:docMk/>
            <pc:sldMk cId="3252017152" sldId="262"/>
            <ac:graphicFrameMk id="6" creationId="{D3975AEC-607B-224B-3460-1523DB36A7B9}"/>
          </ac:graphicFrameMkLst>
        </pc:graphicFrameChg>
        <pc:graphicFrameChg chg="add del mod modGraphic">
          <ac:chgData name="Roger Sebastian Calvas Gonzalez" userId="de5efa4b-8573-4006-b605-4aab02af08e3" providerId="ADAL" clId="{148A6F7E-8CDE-44AA-AD23-ABB4D5E25E40}" dt="2025-04-30T05:20:13.263" v="1074" actId="478"/>
          <ac:graphicFrameMkLst>
            <pc:docMk/>
            <pc:sldMk cId="3252017152" sldId="262"/>
            <ac:graphicFrameMk id="7" creationId="{F1185388-F1A2-DEE4-3B02-A133FE2DE9BE}"/>
          </ac:graphicFrameMkLst>
        </pc:graphicFrameChg>
        <pc:graphicFrameChg chg="add mod modGraphic">
          <ac:chgData name="Roger Sebastian Calvas Gonzalez" userId="de5efa4b-8573-4006-b605-4aab02af08e3" providerId="ADAL" clId="{148A6F7E-8CDE-44AA-AD23-ABB4D5E25E40}" dt="2025-04-30T05:21:05.451" v="1097" actId="20577"/>
          <ac:graphicFrameMkLst>
            <pc:docMk/>
            <pc:sldMk cId="3252017152" sldId="262"/>
            <ac:graphicFrameMk id="8" creationId="{C91B98D3-164B-502A-E3BE-E2E4FB8C1833}"/>
          </ac:graphicFrameMkLst>
        </pc:graphicFrameChg>
      </pc:sldChg>
      <pc:sldChg chg="addSp delSp modSp new mod setBg">
        <pc:chgData name="Roger Sebastian Calvas Gonzalez" userId="de5efa4b-8573-4006-b605-4aab02af08e3" providerId="ADAL" clId="{148A6F7E-8CDE-44AA-AD23-ABB4D5E25E40}" dt="2025-04-30T05:49:54.354" v="1104" actId="14100"/>
        <pc:sldMkLst>
          <pc:docMk/>
          <pc:sldMk cId="3277197054" sldId="263"/>
        </pc:sldMkLst>
        <pc:spChg chg="mod">
          <ac:chgData name="Roger Sebastian Calvas Gonzalez" userId="de5efa4b-8573-4006-b605-4aab02af08e3" providerId="ADAL" clId="{148A6F7E-8CDE-44AA-AD23-ABB4D5E25E40}" dt="2025-04-30T05:49:51.280" v="1103" actId="1076"/>
          <ac:spMkLst>
            <pc:docMk/>
            <pc:sldMk cId="3277197054" sldId="263"/>
            <ac:spMk id="2" creationId="{11036B2E-F944-430B-C312-B8A07F05F2FD}"/>
          </ac:spMkLst>
        </pc:spChg>
        <pc:spChg chg="del mod">
          <ac:chgData name="Roger Sebastian Calvas Gonzalez" userId="de5efa4b-8573-4006-b605-4aab02af08e3" providerId="ADAL" clId="{148A6F7E-8CDE-44AA-AD23-ABB4D5E25E40}" dt="2025-04-30T05:49:47.634" v="1102" actId="478"/>
          <ac:spMkLst>
            <pc:docMk/>
            <pc:sldMk cId="3277197054" sldId="263"/>
            <ac:spMk id="3" creationId="{7F5947A3-4D6F-DF4F-4453-65838BC076B7}"/>
          </ac:spMkLst>
        </pc:spChg>
        <pc:spChg chg="add 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3277197054" sldId="263"/>
            <ac:spMk id="10" creationId="{33E93247-6229-44AB-A550-739E971E690B}"/>
          </ac:spMkLst>
        </pc:spChg>
        <pc:picChg chg="add del mod">
          <ac:chgData name="Roger Sebastian Calvas Gonzalez" userId="de5efa4b-8573-4006-b605-4aab02af08e3" providerId="ADAL" clId="{148A6F7E-8CDE-44AA-AD23-ABB4D5E25E40}" dt="2025-04-29T22:38:06.886" v="222" actId="478"/>
          <ac:picMkLst>
            <pc:docMk/>
            <pc:sldMk cId="3277197054" sldId="263"/>
            <ac:picMk id="5" creationId="{4243E0D7-073F-CD46-F94B-C8E0389F837E}"/>
          </ac:picMkLst>
        </pc:picChg>
        <pc:picChg chg="add mod">
          <ac:chgData name="Roger Sebastian Calvas Gonzalez" userId="de5efa4b-8573-4006-b605-4aab02af08e3" providerId="ADAL" clId="{148A6F7E-8CDE-44AA-AD23-ABB4D5E25E40}" dt="2025-04-30T05:49:54.354" v="1104" actId="14100"/>
          <ac:picMkLst>
            <pc:docMk/>
            <pc:sldMk cId="3277197054" sldId="263"/>
            <ac:picMk id="7" creationId="{E1DFF220-A1E2-03DC-541E-D29F58C64015}"/>
          </ac:picMkLst>
        </pc:picChg>
        <pc:cxnChg chg="add">
          <ac:chgData name="Roger Sebastian Calvas Gonzalez" userId="de5efa4b-8573-4006-b605-4aab02af08e3" providerId="ADAL" clId="{148A6F7E-8CDE-44AA-AD23-ABB4D5E25E40}" dt="2025-04-29T22:37:54.749" v="218" actId="26606"/>
          <ac:cxnSpMkLst>
            <pc:docMk/>
            <pc:sldMk cId="3277197054" sldId="263"/>
            <ac:cxnSpMk id="12" creationId="{EE2E603F-4A95-4FE8-BB06-211DFD75DBEF}"/>
          </ac:cxnSpMkLst>
        </pc:cxnChg>
      </pc:sldChg>
      <pc:sldChg chg="addSp delSp modSp new mod setBg">
        <pc:chgData name="Roger Sebastian Calvas Gonzalez" userId="de5efa4b-8573-4006-b605-4aab02af08e3" providerId="ADAL" clId="{148A6F7E-8CDE-44AA-AD23-ABB4D5E25E40}" dt="2025-04-30T04:59:07.436" v="899" actId="790"/>
        <pc:sldMkLst>
          <pc:docMk/>
          <pc:sldMk cId="1596293249" sldId="264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1596293249" sldId="264"/>
            <ac:spMk id="2" creationId="{222AF871-0E08-78ED-1339-FE20A2E34871}"/>
          </ac:spMkLst>
        </pc:spChg>
        <pc:spChg chg="del mod">
          <ac:chgData name="Roger Sebastian Calvas Gonzalez" userId="de5efa4b-8573-4006-b605-4aab02af08e3" providerId="ADAL" clId="{148A6F7E-8CDE-44AA-AD23-ABB4D5E25E40}" dt="2025-04-29T22:40:31.384" v="317" actId="478"/>
          <ac:spMkLst>
            <pc:docMk/>
            <pc:sldMk cId="1596293249" sldId="264"/>
            <ac:spMk id="3" creationId="{C45A33AD-8988-32F1-C9C5-380549486F70}"/>
          </ac:spMkLst>
        </pc:spChg>
        <pc:spChg chg="add 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1596293249" sldId="264"/>
            <ac:spMk id="10" creationId="{33E93247-6229-44AB-A550-739E971E690B}"/>
          </ac:spMkLst>
        </pc:spChg>
        <pc:picChg chg="add mod">
          <ac:chgData name="Roger Sebastian Calvas Gonzalez" userId="de5efa4b-8573-4006-b605-4aab02af08e3" providerId="ADAL" clId="{148A6F7E-8CDE-44AA-AD23-ABB4D5E25E40}" dt="2025-04-29T22:40:02.936" v="264" actId="1076"/>
          <ac:picMkLst>
            <pc:docMk/>
            <pc:sldMk cId="1596293249" sldId="264"/>
            <ac:picMk id="5" creationId="{9AFA470A-9D17-EA9E-9D0D-FB5A887C0B48}"/>
          </ac:picMkLst>
        </pc:picChg>
        <pc:cxnChg chg="add">
          <ac:chgData name="Roger Sebastian Calvas Gonzalez" userId="de5efa4b-8573-4006-b605-4aab02af08e3" providerId="ADAL" clId="{148A6F7E-8CDE-44AA-AD23-ABB4D5E25E40}" dt="2025-04-29T22:39:57.453" v="260" actId="26606"/>
          <ac:cxnSpMkLst>
            <pc:docMk/>
            <pc:sldMk cId="1596293249" sldId="264"/>
            <ac:cxnSpMk id="12" creationId="{EE2E603F-4A95-4FE8-BB06-211DFD75DBEF}"/>
          </ac:cxnSpMkLst>
        </pc:cxnChg>
      </pc:sldChg>
      <pc:sldChg chg="addSp delSp modSp new mod setBg">
        <pc:chgData name="Roger Sebastian Calvas Gonzalez" userId="de5efa4b-8573-4006-b605-4aab02af08e3" providerId="ADAL" clId="{148A6F7E-8CDE-44AA-AD23-ABB4D5E25E40}" dt="2025-04-30T04:59:07.436" v="899" actId="790"/>
        <pc:sldMkLst>
          <pc:docMk/>
          <pc:sldMk cId="2432213420" sldId="265"/>
        </pc:sldMkLst>
        <pc:spChg chg="del">
          <ac:chgData name="Roger Sebastian Calvas Gonzalez" userId="de5efa4b-8573-4006-b605-4aab02af08e3" providerId="ADAL" clId="{148A6F7E-8CDE-44AA-AD23-ABB4D5E25E40}" dt="2025-04-29T22:42:49.744" v="322" actId="478"/>
          <ac:spMkLst>
            <pc:docMk/>
            <pc:sldMk cId="2432213420" sldId="265"/>
            <ac:spMk id="2" creationId="{CD0CBACC-9BC9-6EC3-93B2-D1E0021B67FE}"/>
          </ac:spMkLst>
        </pc:spChg>
        <pc:spChg chg="del">
          <ac:chgData name="Roger Sebastian Calvas Gonzalez" userId="de5efa4b-8573-4006-b605-4aab02af08e3" providerId="ADAL" clId="{148A6F7E-8CDE-44AA-AD23-ABB4D5E25E40}" dt="2025-04-29T22:42:51.835" v="323" actId="478"/>
          <ac:spMkLst>
            <pc:docMk/>
            <pc:sldMk cId="2432213420" sldId="265"/>
            <ac:spMk id="3" creationId="{60751F3C-9C15-1AB5-0970-0A7253789171}"/>
          </ac:spMkLst>
        </pc:spChg>
        <pc:spChg chg="add 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2432213420" sldId="265"/>
            <ac:spMk id="16" creationId="{479833C7-FDE4-4657-B0B1-32BE833C2489}"/>
          </ac:spMkLst>
        </pc:spChg>
        <pc:spChg chg="add 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2432213420" sldId="265"/>
            <ac:spMk id="18" creationId="{0ABE7C0B-A2D9-4202-A524-532DA2E2D582}"/>
          </ac:spMkLst>
        </pc:spChg>
        <pc:picChg chg="add del mod">
          <ac:chgData name="Roger Sebastian Calvas Gonzalez" userId="de5efa4b-8573-4006-b605-4aab02af08e3" providerId="ADAL" clId="{148A6F7E-8CDE-44AA-AD23-ABB4D5E25E40}" dt="2025-04-29T23:56:57.680" v="328" actId="478"/>
          <ac:picMkLst>
            <pc:docMk/>
            <pc:sldMk cId="2432213420" sldId="265"/>
            <ac:picMk id="5" creationId="{5495017A-754C-F5D8-EDB5-404354C57142}"/>
          </ac:picMkLst>
        </pc:picChg>
        <pc:picChg chg="add del mod">
          <ac:chgData name="Roger Sebastian Calvas Gonzalez" userId="de5efa4b-8573-4006-b605-4aab02af08e3" providerId="ADAL" clId="{148A6F7E-8CDE-44AA-AD23-ABB4D5E25E40}" dt="2025-04-29T23:57:21.329" v="336" actId="478"/>
          <ac:picMkLst>
            <pc:docMk/>
            <pc:sldMk cId="2432213420" sldId="265"/>
            <ac:picMk id="7" creationId="{B14DC339-9380-408C-5DEE-0CEA7664555E}"/>
          </ac:picMkLst>
        </pc:picChg>
        <pc:picChg chg="add del mod">
          <ac:chgData name="Roger Sebastian Calvas Gonzalez" userId="de5efa4b-8573-4006-b605-4aab02af08e3" providerId="ADAL" clId="{148A6F7E-8CDE-44AA-AD23-ABB4D5E25E40}" dt="2025-04-29T23:58:40.158" v="352" actId="478"/>
          <ac:picMkLst>
            <pc:docMk/>
            <pc:sldMk cId="2432213420" sldId="265"/>
            <ac:picMk id="9" creationId="{CE0F6CDB-36FF-C10D-D854-F8888E4E63E0}"/>
          </ac:picMkLst>
        </pc:picChg>
        <pc:picChg chg="add del mod">
          <ac:chgData name="Roger Sebastian Calvas Gonzalez" userId="de5efa4b-8573-4006-b605-4aab02af08e3" providerId="ADAL" clId="{148A6F7E-8CDE-44AA-AD23-ABB4D5E25E40}" dt="2025-04-29T23:58:48.269" v="355" actId="478"/>
          <ac:picMkLst>
            <pc:docMk/>
            <pc:sldMk cId="2432213420" sldId="265"/>
            <ac:picMk id="11" creationId="{FD5015E1-6A83-2ACC-ADA9-1A97F59C65EF}"/>
          </ac:picMkLst>
        </pc:picChg>
        <pc:picChg chg="add mod">
          <ac:chgData name="Roger Sebastian Calvas Gonzalez" userId="de5efa4b-8573-4006-b605-4aab02af08e3" providerId="ADAL" clId="{148A6F7E-8CDE-44AA-AD23-ABB4D5E25E40}" dt="2025-04-29T23:59:48.913" v="364" actId="14100"/>
          <ac:picMkLst>
            <pc:docMk/>
            <pc:sldMk cId="2432213420" sldId="265"/>
            <ac:picMk id="15" creationId="{7314882B-D6B6-9128-D054-8485359F0686}"/>
          </ac:picMkLst>
        </pc:picChg>
        <pc:cxnChg chg="add">
          <ac:chgData name="Roger Sebastian Calvas Gonzalez" userId="de5efa4b-8573-4006-b605-4aab02af08e3" providerId="ADAL" clId="{148A6F7E-8CDE-44AA-AD23-ABB4D5E25E40}" dt="2025-04-29T23:57:09.100" v="332" actId="26606"/>
          <ac:cxnSpMkLst>
            <pc:docMk/>
            <pc:sldMk cId="2432213420" sldId="265"/>
            <ac:cxnSpMk id="12" creationId="{F64F9B95-9045-48D2-B9F3-2927E98F54AA}"/>
          </ac:cxnSpMkLst>
        </pc:cxnChg>
        <pc:cxnChg chg="add">
          <ac:chgData name="Roger Sebastian Calvas Gonzalez" userId="de5efa4b-8573-4006-b605-4aab02af08e3" providerId="ADAL" clId="{148A6F7E-8CDE-44AA-AD23-ABB4D5E25E40}" dt="2025-04-29T23:57:09.100" v="332" actId="26606"/>
          <ac:cxnSpMkLst>
            <pc:docMk/>
            <pc:sldMk cId="2432213420" sldId="265"/>
            <ac:cxnSpMk id="14" creationId="{085AA86F-6A4D-4BCB-A045-D992CDC2959B}"/>
          </ac:cxnSpMkLst>
        </pc:cxnChg>
      </pc:sldChg>
      <pc:sldChg chg="delSp new del mod">
        <pc:chgData name="Roger Sebastian Calvas Gonzalez" userId="de5efa4b-8573-4006-b605-4aab02af08e3" providerId="ADAL" clId="{148A6F7E-8CDE-44AA-AD23-ABB4D5E25E40}" dt="2025-04-29T23:59:34.631" v="359" actId="47"/>
        <pc:sldMkLst>
          <pc:docMk/>
          <pc:sldMk cId="1107099698" sldId="266"/>
        </pc:sldMkLst>
        <pc:spChg chg="del">
          <ac:chgData name="Roger Sebastian Calvas Gonzalez" userId="de5efa4b-8573-4006-b605-4aab02af08e3" providerId="ADAL" clId="{148A6F7E-8CDE-44AA-AD23-ABB4D5E25E40}" dt="2025-04-29T23:58:07.653" v="347" actId="478"/>
          <ac:spMkLst>
            <pc:docMk/>
            <pc:sldMk cId="1107099698" sldId="266"/>
            <ac:spMk id="2" creationId="{AE08F559-D3B2-0B0C-78D6-C963F26E8FDF}"/>
          </ac:spMkLst>
        </pc:spChg>
        <pc:spChg chg="del">
          <ac:chgData name="Roger Sebastian Calvas Gonzalez" userId="de5efa4b-8573-4006-b605-4aab02af08e3" providerId="ADAL" clId="{148A6F7E-8CDE-44AA-AD23-ABB4D5E25E40}" dt="2025-04-29T23:58:09.073" v="348" actId="478"/>
          <ac:spMkLst>
            <pc:docMk/>
            <pc:sldMk cId="1107099698" sldId="266"/>
            <ac:spMk id="3" creationId="{A437F5B5-0C9C-D8A1-C5C3-BCCCEF45A005}"/>
          </ac:spMkLst>
        </pc:spChg>
      </pc:sldChg>
      <pc:sldChg chg="new del">
        <pc:chgData name="Roger Sebastian Calvas Gonzalez" userId="de5efa4b-8573-4006-b605-4aab02af08e3" providerId="ADAL" clId="{148A6F7E-8CDE-44AA-AD23-ABB4D5E25E40}" dt="2025-04-29T23:59:30.989" v="357" actId="47"/>
        <pc:sldMkLst>
          <pc:docMk/>
          <pc:sldMk cId="1074827408" sldId="267"/>
        </pc:sldMkLst>
      </pc:sldChg>
      <pc:sldChg chg="addSp modSp add mod ord">
        <pc:chgData name="Roger Sebastian Calvas Gonzalez" userId="de5efa4b-8573-4006-b605-4aab02af08e3" providerId="ADAL" clId="{148A6F7E-8CDE-44AA-AD23-ABB4D5E25E40}" dt="2025-04-30T04:59:07.436" v="899" actId="790"/>
        <pc:sldMkLst>
          <pc:docMk/>
          <pc:sldMk cId="2417282907" sldId="267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2417282907" sldId="267"/>
            <ac:spMk id="16" creationId="{1BA2CC68-127E-C987-6C4E-904350110E5E}"/>
          </ac:spMkLst>
        </pc:spChg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2417282907" sldId="267"/>
            <ac:spMk id="18" creationId="{EB6039AC-0387-1901-8DEA-00F661DA1E22}"/>
          </ac:spMkLst>
        </pc:spChg>
        <pc:picChg chg="add mod">
          <ac:chgData name="Roger Sebastian Calvas Gonzalez" userId="de5efa4b-8573-4006-b605-4aab02af08e3" providerId="ADAL" clId="{148A6F7E-8CDE-44AA-AD23-ABB4D5E25E40}" dt="2025-04-30T00:00:35.426" v="371" actId="14100"/>
          <ac:picMkLst>
            <pc:docMk/>
            <pc:sldMk cId="2417282907" sldId="267"/>
            <ac:picMk id="3" creationId="{1F59A9CA-4A29-DD99-F1BF-5DDC50B3CFCF}"/>
          </ac:picMkLst>
        </pc:picChg>
      </pc:sldChg>
      <pc:sldChg chg="modSp new mod">
        <pc:chgData name="Roger Sebastian Calvas Gonzalez" userId="de5efa4b-8573-4006-b605-4aab02af08e3" providerId="ADAL" clId="{148A6F7E-8CDE-44AA-AD23-ABB4D5E25E40}" dt="2025-04-30T04:59:47.150" v="904" actId="33524"/>
        <pc:sldMkLst>
          <pc:docMk/>
          <pc:sldMk cId="2719814081" sldId="268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2719814081" sldId="268"/>
            <ac:spMk id="2" creationId="{05EABFED-897E-F799-C570-6659D17547A2}"/>
          </ac:spMkLst>
        </pc:spChg>
        <pc:spChg chg="mod">
          <ac:chgData name="Roger Sebastian Calvas Gonzalez" userId="de5efa4b-8573-4006-b605-4aab02af08e3" providerId="ADAL" clId="{148A6F7E-8CDE-44AA-AD23-ABB4D5E25E40}" dt="2025-04-30T04:59:47.150" v="904" actId="33524"/>
          <ac:spMkLst>
            <pc:docMk/>
            <pc:sldMk cId="2719814081" sldId="268"/>
            <ac:spMk id="3" creationId="{513760A9-4FDB-9EFD-AEFE-149C61105984}"/>
          </ac:spMkLst>
        </pc:spChg>
      </pc:sldChg>
      <pc:sldChg chg="modSp new mod">
        <pc:chgData name="Roger Sebastian Calvas Gonzalez" userId="de5efa4b-8573-4006-b605-4aab02af08e3" providerId="ADAL" clId="{148A6F7E-8CDE-44AA-AD23-ABB4D5E25E40}" dt="2025-04-30T06:24:00.615" v="1110" actId="27636"/>
        <pc:sldMkLst>
          <pc:docMk/>
          <pc:sldMk cId="2125304633" sldId="269"/>
        </pc:sldMkLst>
        <pc:spChg chg="mod">
          <ac:chgData name="Roger Sebastian Calvas Gonzalez" userId="de5efa4b-8573-4006-b605-4aab02af08e3" providerId="ADAL" clId="{148A6F7E-8CDE-44AA-AD23-ABB4D5E25E40}" dt="2025-04-30T04:59:07.436" v="899" actId="790"/>
          <ac:spMkLst>
            <pc:docMk/>
            <pc:sldMk cId="2125304633" sldId="269"/>
            <ac:spMk id="2" creationId="{0FE933F9-C0F3-933F-72F2-AD27414251C9}"/>
          </ac:spMkLst>
        </pc:spChg>
        <pc:spChg chg="mod">
          <ac:chgData name="Roger Sebastian Calvas Gonzalez" userId="de5efa4b-8573-4006-b605-4aab02af08e3" providerId="ADAL" clId="{148A6F7E-8CDE-44AA-AD23-ABB4D5E25E40}" dt="2025-04-30T06:24:00.615" v="1110" actId="27636"/>
          <ac:spMkLst>
            <pc:docMk/>
            <pc:sldMk cId="2125304633" sldId="269"/>
            <ac:spMk id="3" creationId="{4FA36E0B-A3DB-FDED-EA18-65E41FDDE1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42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12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A7D6E-F596-BD9C-3582-4BA73422D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noProof="0" dirty="0"/>
              <a:t>Inulin supplementation's effect on microbial abundance and short-chain fatty acids (scfa) production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Wavy paint art pattern">
            <a:extLst>
              <a:ext uri="{FF2B5EF4-FFF2-40B4-BE49-F238E27FC236}">
                <a16:creationId xmlns:a16="http://schemas.microsoft.com/office/drawing/2014/main" id="{060B485D-E979-9863-5B37-BE2E3E1BA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28" r="21028" b="1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7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42EA-6936-6BB9-DC52-9FE602C20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7" y="889820"/>
            <a:ext cx="10685807" cy="794601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95B11-AC83-9938-DE84-363B463DF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665" y="1766960"/>
            <a:ext cx="5167325" cy="332408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bacteria that break down complex carbohydrates.</a:t>
            </a:r>
          </a:p>
          <a:p>
            <a:pPr>
              <a:lnSpc>
                <a:spcPct val="100000"/>
              </a:lnSpc>
            </a:pPr>
            <a:endParaRPr lang="en-US" sz="2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 the fermentation process and release the SCFA precursors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71956A-C868-F1D0-BC54-BCDAF117C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295" y="889820"/>
            <a:ext cx="5566610" cy="490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4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26DF-2637-4E6E-4800-1863CE8F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40039E-8AD1-F51A-6839-232B7DC2B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675" y="980897"/>
            <a:ext cx="5167325" cy="332408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Butyrate is a energy source for colonocytes.</a:t>
            </a:r>
          </a:p>
          <a:p>
            <a:pPr>
              <a:lnSpc>
                <a:spcPct val="100000"/>
              </a:lnSpc>
            </a:pP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gut barrier function.</a:t>
            </a:r>
          </a:p>
          <a:p>
            <a:pPr>
              <a:lnSpc>
                <a:spcPct val="100000"/>
              </a:lnSpc>
            </a:pP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Anti-inflammatory effects</a:t>
            </a:r>
          </a:p>
          <a:p>
            <a:pPr>
              <a:lnSpc>
                <a:spcPct val="100000"/>
              </a:lnSpc>
            </a:pP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Metabolic benefits</a:t>
            </a:r>
          </a:p>
          <a:p>
            <a:pPr>
              <a:lnSpc>
                <a:spcPct val="100000"/>
              </a:lnSpc>
            </a:pP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Strongest direct health benefits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2A7EF-8066-E4D4-3D2A-F39CAC17C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747" y="1287120"/>
            <a:ext cx="4623166" cy="46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45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8E795-E2DE-1F65-F461-A7CA4454D6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Does inulin treatment increase SCFA production (e.g., butyrate), and is this linked to changes in fiber-fermenting bacteria?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6E099-1E44-7E16-5CD6-95298153E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7" y="4488426"/>
            <a:ext cx="9989574" cy="1607574"/>
          </a:xfrm>
        </p:spPr>
        <p:txBody>
          <a:bodyPr anchor="t"/>
          <a:lstStyle/>
          <a:p>
            <a:r>
              <a:rPr lang="en-US" noProof="0" dirty="0"/>
              <a:t>Null (H₀): Inulin treatment has no effect on SCFA production or microbial composition.</a:t>
            </a:r>
          </a:p>
          <a:p>
            <a:r>
              <a:rPr lang="en-US" noProof="0" dirty="0"/>
              <a:t>Alternative (H₁): Inulin treatment increases SCFAs, particularly butyrate, and promotes growth of key degraders and fermenters.</a:t>
            </a:r>
          </a:p>
        </p:txBody>
      </p:sp>
    </p:spTree>
    <p:extLst>
      <p:ext uri="{BB962C8B-B14F-4D97-AF65-F5344CB8AC3E}">
        <p14:creationId xmlns:p14="http://schemas.microsoft.com/office/powerpoint/2010/main" val="1184898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D567-DBE7-7B60-98C9-8A7CF9D58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3242270" cy="938980"/>
          </a:xfrm>
        </p:spPr>
        <p:txBody>
          <a:bodyPr/>
          <a:lstStyle/>
          <a:p>
            <a:r>
              <a:rPr lang="en-US" noProof="0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5B291-E748-03D2-EBA3-3AD27711E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383" y="1828800"/>
            <a:ext cx="5279618" cy="4139380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Human diet intervention with inulin supplementation.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Focusing on butyrate production and SCFA concentrations.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161 samples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16s rRNA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endParaRPr lang="en-US" noProof="0" dirty="0"/>
          </a:p>
        </p:txBody>
      </p:sp>
      <p:pic>
        <p:nvPicPr>
          <p:cNvPr id="5" name="Picture 4" descr="A diagram of a procedure&#10;&#10;AI-generated content may be incorrect.">
            <a:extLst>
              <a:ext uri="{FF2B5EF4-FFF2-40B4-BE49-F238E27FC236}">
                <a16:creationId xmlns:a16="http://schemas.microsoft.com/office/drawing/2014/main" id="{6BDFBAA0-97F2-8FBC-AFC5-FAFC22D54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38980"/>
            <a:ext cx="5737058" cy="51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41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BAEFA-A9F9-1056-E69A-4418A36A4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10637680" cy="762517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Analytical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0568D-7F12-ED76-CF93-A65813386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1905647"/>
            <a:ext cx="8937217" cy="436500"/>
          </a:xfrm>
        </p:spPr>
        <p:txBody>
          <a:bodyPr/>
          <a:lstStyle/>
          <a:p>
            <a:r>
              <a:rPr lang="en-US" noProof="0" dirty="0"/>
              <a:t>Changes in SCFA concentrations in response to treatment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9A9E73B-15CB-EFBD-19C1-1D9409EBC6B2}"/>
              </a:ext>
            </a:extLst>
          </p:cNvPr>
          <p:cNvSpPr txBox="1">
            <a:spLocks/>
          </p:cNvSpPr>
          <p:nvPr/>
        </p:nvSpPr>
        <p:spPr>
          <a:xfrm>
            <a:off x="856486" y="4977710"/>
            <a:ext cx="8937217" cy="4365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Track abundances and key phyla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1BA45A9-4BF5-4269-661A-73B2244207F3}"/>
              </a:ext>
            </a:extLst>
          </p:cNvPr>
          <p:cNvSpPr txBox="1">
            <a:spLocks/>
          </p:cNvSpPr>
          <p:nvPr/>
        </p:nvSpPr>
        <p:spPr>
          <a:xfrm>
            <a:off x="856486" y="4541210"/>
            <a:ext cx="8937217" cy="4365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Define degraders, focused on butyrate because of biological importance.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1B98D3-164B-502A-E3BE-E2E4FB8C1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6933"/>
              </p:ext>
            </p:extLst>
          </p:nvPr>
        </p:nvGraphicFramePr>
        <p:xfrm>
          <a:off x="704088" y="2414660"/>
          <a:ext cx="10631425" cy="212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285">
                  <a:extLst>
                    <a:ext uri="{9D8B030D-6E8A-4147-A177-3AD203B41FA5}">
                      <a16:colId xmlns:a16="http://schemas.microsoft.com/office/drawing/2014/main" val="849136313"/>
                    </a:ext>
                  </a:extLst>
                </a:gridCol>
                <a:gridCol w="2126285">
                  <a:extLst>
                    <a:ext uri="{9D8B030D-6E8A-4147-A177-3AD203B41FA5}">
                      <a16:colId xmlns:a16="http://schemas.microsoft.com/office/drawing/2014/main" val="1174120591"/>
                    </a:ext>
                  </a:extLst>
                </a:gridCol>
                <a:gridCol w="2126285">
                  <a:extLst>
                    <a:ext uri="{9D8B030D-6E8A-4147-A177-3AD203B41FA5}">
                      <a16:colId xmlns:a16="http://schemas.microsoft.com/office/drawing/2014/main" val="4165160031"/>
                    </a:ext>
                  </a:extLst>
                </a:gridCol>
                <a:gridCol w="2126285">
                  <a:extLst>
                    <a:ext uri="{9D8B030D-6E8A-4147-A177-3AD203B41FA5}">
                      <a16:colId xmlns:a16="http://schemas.microsoft.com/office/drawing/2014/main" val="3015197186"/>
                    </a:ext>
                  </a:extLst>
                </a:gridCol>
                <a:gridCol w="2126285">
                  <a:extLst>
                    <a:ext uri="{9D8B030D-6E8A-4147-A177-3AD203B41FA5}">
                      <a16:colId xmlns:a16="http://schemas.microsoft.com/office/drawing/2014/main" val="2091241386"/>
                    </a:ext>
                  </a:extLst>
                </a:gridCol>
              </a:tblGrid>
              <a:tr h="425310">
                <a:tc>
                  <a:txBody>
                    <a:bodyPr/>
                    <a:lstStyle/>
                    <a:p>
                      <a:r>
                        <a:rPr lang="es-MX" dirty="0"/>
                        <a:t>SCFA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Before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During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% Change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 p-</a:t>
                      </a:r>
                      <a:r>
                        <a:rPr lang="es-MX" dirty="0" err="1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281747"/>
                  </a:ext>
                </a:extLst>
              </a:tr>
              <a:tr h="425310">
                <a:tc>
                  <a:txBody>
                    <a:bodyPr/>
                    <a:lstStyle/>
                    <a:p>
                      <a:r>
                        <a:rPr lang="es-MX" dirty="0" err="1"/>
                        <a:t>Acetate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40.21 ± 20.32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42.92 ± 25.12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+6.7%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0.561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05428"/>
                  </a:ext>
                </a:extLst>
              </a:tr>
              <a:tr h="425310">
                <a:tc>
                  <a:txBody>
                    <a:bodyPr/>
                    <a:lstStyle/>
                    <a:p>
                      <a:r>
                        <a:rPr lang="es-MX" dirty="0" err="1"/>
                        <a:t>Butyrate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10.08 ± 5.28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10.76 ± 6.36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+6.8%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0.559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246903"/>
                  </a:ext>
                </a:extLst>
              </a:tr>
              <a:tr h="425310">
                <a:tc>
                  <a:txBody>
                    <a:bodyPr/>
                    <a:lstStyle/>
                    <a:p>
                      <a:r>
                        <a:rPr lang="es-MX" dirty="0" err="1"/>
                        <a:t>Propionate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17.39 ± 12.90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20.78 ± 20.22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+19.5%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0.512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72857"/>
                  </a:ext>
                </a:extLst>
              </a:tr>
              <a:tr h="425310">
                <a:tc>
                  <a:txBody>
                    <a:bodyPr/>
                    <a:lstStyle/>
                    <a:p>
                      <a:r>
                        <a:rPr lang="es-MX" dirty="0" err="1"/>
                        <a:t>Total_scfa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69.2 </a:t>
                      </a:r>
                      <a:r>
                        <a:rPr lang="en-US" dirty="0"/>
                        <a:t>± 34.4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80.4 </a:t>
                      </a:r>
                      <a:r>
                        <a:rPr lang="en-US" dirty="0"/>
                        <a:t>± 58.2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+16.32%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0.356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258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017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36B2E-F944-430B-C312-B8A07F05F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5426781"/>
            <a:ext cx="10801350" cy="978772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Top 10 phyla change in abundance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5508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1DFF220-A1E2-03DC-541E-D29F58C64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337"/>
            <a:ext cx="12192000" cy="509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9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AF871-0E08-78ED-1339-FE20A2E34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4702835"/>
            <a:ext cx="10801350" cy="978772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Bacillotas ASVs abundance v Butyrate concentrations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5508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data on a white background&#10;&#10;AI-generated content may be incorrect.">
            <a:extLst>
              <a:ext uri="{FF2B5EF4-FFF2-40B4-BE49-F238E27FC236}">
                <a16:creationId xmlns:a16="http://schemas.microsoft.com/office/drawing/2014/main" id="{9AFA470A-9D17-EA9E-9D0D-FB5A887C0B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59" b="-2"/>
          <a:stretch/>
        </p:blipFill>
        <p:spPr>
          <a:xfrm>
            <a:off x="2417" y="54466"/>
            <a:ext cx="12203315" cy="442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93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A6EF0-214F-5A78-3A0E-556C203EC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194149-72FE-2092-B9E8-E3B384AEB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DB46F-0F94-D4BF-E44B-A3E3A3383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BA2CC68-127E-C987-6C4E-904350110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039AC-0387-1901-8DEA-00F661DA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1F59A9CA-4A29-DD99-F1BF-5DDC50B3C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82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14882B-D6B6-9128-D054-8485359F0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21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BFED-897E-F799-C570-6659D1754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5391912" cy="922938"/>
          </a:xfrm>
        </p:spPr>
        <p:txBody>
          <a:bodyPr/>
          <a:lstStyle/>
          <a:p>
            <a:r>
              <a:rPr lang="en-US" noProof="0" dirty="0"/>
              <a:t>conclusions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760A9-4FDB-9EFD-AEFE-149C61105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24" y="1985858"/>
            <a:ext cx="10445175" cy="3211784"/>
          </a:xfrm>
        </p:spPr>
        <p:txBody>
          <a:bodyPr anchor="t"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noProof="0" dirty="0"/>
              <a:t>Inulin supplementation significantly shifted microbial composition, increasing different </a:t>
            </a:r>
            <a:r>
              <a:rPr lang="en-US" sz="2800" i="1" noProof="0" dirty="0"/>
              <a:t>Bifidobacterium</a:t>
            </a:r>
            <a:r>
              <a:rPr lang="en-US" sz="2800" noProof="0" dirty="0"/>
              <a:t> species.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noProof="0" dirty="0"/>
              <a:t>Butyrate did not significantly increase despite increases in butyrate producers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noProof="0" dirty="0"/>
              <a:t>Propionate showed a larger and more consistent increase, but it had a lot of variance, possibility of different metabolic pathways processing inulin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19814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33F9-C0F3-933F-72F2-AD2741425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7445301" cy="858769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bibliography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36E0B-A3DB-FDED-EA18-65E41FDDE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1997888"/>
            <a:ext cx="8911860" cy="3111523"/>
          </a:xfrm>
        </p:spPr>
        <p:txBody>
          <a:bodyPr>
            <a:normAutofit fontScale="92500" lnSpcReduction="20000"/>
          </a:bodyPr>
          <a:lstStyle/>
          <a:p>
            <a:r>
              <a:rPr lang="en-US" noProof="0" dirty="0"/>
              <a:t>Baxter </a:t>
            </a:r>
            <a:r>
              <a:rPr lang="en-US" noProof="0" dirty="0" err="1"/>
              <a:t>NTSchmidt</a:t>
            </a:r>
            <a:r>
              <a:rPr lang="en-US" noProof="0" dirty="0"/>
              <a:t> AW, Venkataraman </a:t>
            </a:r>
            <a:r>
              <a:rPr lang="en-US" noProof="0" dirty="0" err="1"/>
              <a:t>AKim</a:t>
            </a:r>
            <a:r>
              <a:rPr lang="en-US" noProof="0" dirty="0"/>
              <a:t> KS, Waldron C, Schmidt TM2019.Dynamics of Human Gut Microbiota and Short-Chain Fatty Acids in Response to Dietary Interventions with Three Fermentable Fibers. mBio10:10.1128/mbio.02566-18.https://doi.org/10.1128/mbio.02566-18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Helvetica Neue"/>
              </a:rPr>
              <a:t>Kalkan, A. E.,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Helvetica Neue"/>
              </a:rPr>
              <a:t>BinMowyna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 Neue"/>
              </a:rPr>
              <a:t>, M. N., Raposo, A., Ahmad, M. F., Ahmed, F.,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Helvetica Neue"/>
              </a:rPr>
              <a:t>Otayf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 Neue"/>
              </a:rPr>
              <a:t>, A. Y., Carrascosa, C., Saraiva, A., &amp; Karav, S. (2025). Beyond the Gut: Unveiling Butyrate’s Global Health Impact Through Gut Health and Dysbiosis-Related Conditions: A Narrative Review. </a:t>
            </a:r>
            <a:r>
              <a:rPr lang="en-US" b="0" i="1" dirty="0">
                <a:solidFill>
                  <a:srgbClr val="222222"/>
                </a:solidFill>
                <a:effectLst/>
                <a:latin typeface="Helvetica Neue"/>
              </a:rPr>
              <a:t>Nutrients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 Neue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Helvetica Neue"/>
              </a:rPr>
              <a:t>17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 Neue"/>
              </a:rPr>
              <a:t>(8), 1305. https://doi.org/10.3390/nu17081305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530463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408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Calisto MT</vt:lpstr>
      <vt:lpstr>Helvetica Neue</vt:lpstr>
      <vt:lpstr>Times New Roman</vt:lpstr>
      <vt:lpstr>Univers Condensed</vt:lpstr>
      <vt:lpstr>ChronicleVTI</vt:lpstr>
      <vt:lpstr>Inulin supplementation's effect on microbial abundance and short-chain fatty acids (scfa) production</vt:lpstr>
      <vt:lpstr>Background</vt:lpstr>
      <vt:lpstr>PowerPoint Presentation</vt:lpstr>
      <vt:lpstr>Does inulin treatment increase SCFA production (e.g., butyrate), and is this linked to changes in fiber-fermenting bacteria?</vt:lpstr>
      <vt:lpstr>Methods</vt:lpstr>
      <vt:lpstr>Analytical approach</vt:lpstr>
      <vt:lpstr>Top 10 phyla change in abundance</vt:lpstr>
      <vt:lpstr>Bacillotas ASVs abundance v Butyrate concentrations</vt:lpstr>
      <vt:lpstr>PowerPoint Presentation</vt:lpstr>
      <vt:lpstr>PowerPoint Presentation</vt:lpstr>
      <vt:lpstr>conclusions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calvas</dc:creator>
  <cp:lastModifiedBy>sebastian calvas</cp:lastModifiedBy>
  <cp:revision>3</cp:revision>
  <dcterms:created xsi:type="dcterms:W3CDTF">2025-04-29T01:55:44Z</dcterms:created>
  <dcterms:modified xsi:type="dcterms:W3CDTF">2025-04-30T06:24:04Z</dcterms:modified>
</cp:coreProperties>
</file>